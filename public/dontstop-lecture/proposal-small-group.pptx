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7560000" cy="10692000"/>
  <p:notesSz cx="10692000" cy="756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PDF와 동일한 페이지 기반 발표용 자료입니다. 텍스트 편집 원본은 함께 제공하는 HTML입니다.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PDF와 동일한 페이지 기반 발표용 자료입니다. 텍스트 편집 원본은 함께 제공하는 HTML입니다.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PDF와 동일한 페이지 기반 발표용 자료입니다. 텍스트 편집 원본은 함께 제공하는 HTML입니다.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PDF와 동일한 페이지 기반 발표용 자료입니다. 텍스트 편집 원본은 함께 제공하는 HTML입니다.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PDF와 동일한 페이지 기반 발표용 자료입니다. 텍스트 편집 원본은 함께 제공하는 HTML입니다.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PDF와 동일한 페이지 기반 발표용 자료입니다. 텍스트 편집 원본은 함께 제공하는 HTML입니다.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하랑\돈스탑잉글리시\docs\editorial-proposal-v5\proposal-small-group-render\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하랑\돈스탑잉글리시\docs\editorial-proposal-v5\proposal-small-group-render\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하랑\돈스탑잉글리시\docs\editorial-proposal-v5\proposal-small-group-render\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하랑\돈스탑잉글리시\docs\editorial-proposal-v5\proposal-small-group-render\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하랑\돈스탑잉글리시\docs\editorial-proposal-v5\proposal-small-group-render\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하랑\돈스탑잉글리시\docs\editorial-proposal-v5\proposal-small-group-render\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돈스탑 잉글리시 출강 제안 · 발표용</dc:title>
  <dc:subject>PDF와 동일한 A4 페이지 기반 발표용. 편집 원본은 HTML.</dc:subject>
  <dc:creator>돈스탑 잉글리시</dc:creator>
  <cp:lastModifiedBy>돈스탑 잉글리시</cp:lastModifiedBy>
  <cp:revision>1</cp:revision>
  <dcterms:created xsi:type="dcterms:W3CDTF">2026-10-11T15:51:43Z</dcterms:created>
  <dcterms:modified xsi:type="dcterms:W3CDTF">2026-10-11T15:51:43Z</dcterms:modified>
</cp:coreProperties>
</file>